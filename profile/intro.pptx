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AE6B-DC40-543A-28F2-995B964D4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46DCC-57DC-AC01-4CE8-CE26E1EA6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1B0A1-DB3A-2A98-3106-12E475C6E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5E601-FE61-68D1-2505-590C0DE80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8B3A9-56D2-6B91-DAFC-0B06B2D69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405732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7F6C1-A2CD-0053-13EC-F79E2A688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8DF9A-BC41-BC21-F380-BB55D0876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1D6B1-6F59-2668-5DB3-4C62D873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24915-028B-5315-C022-7C1DCD923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736D6-CC5A-D9D8-05BA-FBD2E130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03204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8C886-CBD2-ED6F-2AC2-332EF6750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05396-A1BE-11A3-B1E9-43A1070D4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91AB0-E7BE-2002-607D-537B53967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EDA97-5EA9-F028-F792-168EF63BA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9F37B-5F93-BB9D-3500-60E150814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58425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88E03-EA1D-CE5B-A0E4-DD5B1AF02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67356-4E8A-191C-9373-24CD7B85F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DE8D4E-3FA7-F9F0-943A-2EB70857C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3F6BC-19FA-6ADB-8438-897F0976D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B13FA-B8DB-BB5D-969E-7A23F7669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30E8F-08BF-3F7B-0105-AA1096288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09684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A6439-9705-DB33-7BED-AD00EC1C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1B6DF-AC51-6CB3-4CE1-91E45EC2B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3FBD4-4FBB-6A3E-D95D-21DC2924C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2AE08-939E-E221-0290-F303A91DAE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09A4C4-9B20-B3F6-7137-8161DF7BC7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F870EC-6E59-457A-C32C-1753F617F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E1E30-E4CC-A883-DFD2-BBAAF19C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9677C5-FE20-2040-342D-64FAF580C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4482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7DF02-2E4F-C1FE-37CA-7E66563F2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B357DF-9334-D48D-DEA6-BCF4E779F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C754B0-D0C3-F221-89BE-D68BA45A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630578-DA02-7521-E021-30E31B81E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53188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0AC23B-C0DE-B34B-30B3-5E35AD0A8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B8BD61-0D75-FFBD-7832-66BFA5BFD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8A25B-2FEC-5C85-CF81-3A79F8A68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68426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3C4B0-A38D-C486-8675-3312E6BD2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9B1BB-9FEA-605C-2492-31D4C88ED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493CF6-DB2B-90BC-AB13-55ED83C31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F7BBB-570D-8CD1-8740-0FF6E5F30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649AA-110F-22D2-6D70-0B0957FC9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E2ADA-E595-77A8-7CEE-0EA2ACC9C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74976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9355F-F681-7209-5BC3-2CFD70F9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3B4297-79D5-27B3-B194-8B9940575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878F2-D7F0-33CB-2182-F345F4522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C02E3-B206-A992-9B2C-7B968B248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66ABC-58EE-2863-EBA0-DCA90AA5F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10A3A-27B5-AC92-DF21-9F3C0C43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14976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5E4F9-487E-4F7D-9907-AC468B440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F517D-9A97-8A92-2A1C-65C80186A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039C9-7C87-2D21-9D6F-65FD1EDE9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053D9-F5A7-CBB8-6805-65DE42A42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777EE-A265-B157-6AF0-3A24AE9F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61785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EA838F-C329-ECFB-A430-4B5717689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FAD99-644D-667A-42BC-9842B363A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79DEE-F51D-518E-06F4-F1871E48B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5E0FE-938C-E2F4-CED3-4939A5CF9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73E67-D1D6-1819-D911-C80482854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9142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F64CB8-5799-8F8A-3F4B-EAB6608E2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6C1D0-0882-0140-537C-FDDA3E96A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74717-97FD-93A5-D20F-EF166A5629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FF10F-4C6F-2B48-AB41-F5F5ABF7401F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92BE-3F86-02A3-24C0-CDFB17F0E0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8F4BF-C840-142B-79DB-A9A133625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192701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19CD87D-8759-CDC7-8782-4604BA537EBD}"/>
              </a:ext>
            </a:extLst>
          </p:cNvPr>
          <p:cNvSpPr txBox="1"/>
          <p:nvPr/>
        </p:nvSpPr>
        <p:spPr>
          <a:xfrm>
            <a:off x="2873436" y="1591972"/>
            <a:ext cx="6445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" panose="02040604050505020304" pitchFamily="18" charset="0"/>
                <a:cs typeface="Arial Nova" panose="020F0502020204030204" pitchFamily="34" charset="0"/>
              </a:rPr>
              <a:t>A lightweight e-commerce platform</a:t>
            </a:r>
            <a:r>
              <a:rPr lang="zh-TW" alt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" panose="02040604050505020304" pitchFamily="18" charset="0"/>
                <a:cs typeface="Arial Nova" panose="020F0502020204030204" pitchFamily="34" charset="0"/>
              </a:rPr>
              <a:t> 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" panose="02040604050505020304" pitchFamily="18" charset="0"/>
                <a:cs typeface="Arial Nova" panose="020F0502020204030204" pitchFamily="34" charset="0"/>
              </a:rPr>
              <a:t>that supports browsing, ordering, payment, and shipping.</a:t>
            </a:r>
            <a:endParaRPr lang="en-TW" dirty="0">
              <a:solidFill>
                <a:schemeClr val="tx1">
                  <a:lumMod val="75000"/>
                  <a:lumOff val="25000"/>
                </a:schemeClr>
              </a:solidFill>
              <a:latin typeface="Century" panose="02040604050505020304" pitchFamily="18" charset="0"/>
              <a:cs typeface="Arial Nova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1A849A-EB4E-8D73-0049-6572043CB7BD}"/>
              </a:ext>
            </a:extLst>
          </p:cNvPr>
          <p:cNvSpPr txBox="1"/>
          <p:nvPr/>
        </p:nvSpPr>
        <p:spPr>
          <a:xfrm>
            <a:off x="2873435" y="531843"/>
            <a:ext cx="64451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" panose="02040604050505020304" pitchFamily="18" charset="0"/>
                <a:cs typeface="Arial Nova" panose="020F0502020204030204" pitchFamily="34" charset="0"/>
              </a:rPr>
              <a:t>MY EASY SHOP</a:t>
            </a:r>
            <a:endParaRPr lang="en-TW" sz="4800" dirty="0">
              <a:solidFill>
                <a:schemeClr val="tx1">
                  <a:lumMod val="75000"/>
                  <a:lumOff val="25000"/>
                </a:schemeClr>
              </a:solidFill>
              <a:latin typeface="Century" panose="02040604050505020304" pitchFamily="18" charset="0"/>
              <a:cs typeface="Arial Nova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28C007-DD1B-2081-91FA-55B750B46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871" y="3805771"/>
            <a:ext cx="1460257" cy="14602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E2AE37-50F7-FE7F-6B37-B8BB3981C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555" y="3867018"/>
            <a:ext cx="1618020" cy="16180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FF0B13-E4B2-9695-9628-D3386BADE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4425" y="3648009"/>
            <a:ext cx="1618020" cy="1618020"/>
          </a:xfrm>
          <a:prstGeom prst="rect">
            <a:avLst/>
          </a:prstGeom>
        </p:spPr>
      </p:pic>
      <p:sp>
        <p:nvSpPr>
          <p:cNvPr id="13" name="Right Arrow 12">
            <a:extLst>
              <a:ext uri="{FF2B5EF4-FFF2-40B4-BE49-F238E27FC236}">
                <a16:creationId xmlns:a16="http://schemas.microsoft.com/office/drawing/2014/main" id="{A9942E9D-0BC5-959A-BE2C-68D5BFAD3C3A}"/>
              </a:ext>
            </a:extLst>
          </p:cNvPr>
          <p:cNvSpPr/>
          <p:nvPr/>
        </p:nvSpPr>
        <p:spPr>
          <a:xfrm>
            <a:off x="4031461" y="4212973"/>
            <a:ext cx="985393" cy="48809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C0FF84E5-E4D9-0B3A-14CB-09C7939E1E24}"/>
              </a:ext>
            </a:extLst>
          </p:cNvPr>
          <p:cNvSpPr/>
          <p:nvPr/>
        </p:nvSpPr>
        <p:spPr>
          <a:xfrm>
            <a:off x="7175145" y="4212973"/>
            <a:ext cx="985393" cy="48809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261851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nip Single Corner Rectangle 3">
            <a:extLst>
              <a:ext uri="{FF2B5EF4-FFF2-40B4-BE49-F238E27FC236}">
                <a16:creationId xmlns:a16="http://schemas.microsoft.com/office/drawing/2014/main" id="{DF216471-79BB-8967-8FCF-425BA8FB5493}"/>
              </a:ext>
            </a:extLst>
          </p:cNvPr>
          <p:cNvSpPr/>
          <p:nvPr/>
        </p:nvSpPr>
        <p:spPr>
          <a:xfrm>
            <a:off x="2837793" y="943303"/>
            <a:ext cx="1103586" cy="830317"/>
          </a:xfrm>
          <a:prstGeom prst="snip1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7" name="Snip Single Corner Rectangle 6">
            <a:extLst>
              <a:ext uri="{FF2B5EF4-FFF2-40B4-BE49-F238E27FC236}">
                <a16:creationId xmlns:a16="http://schemas.microsoft.com/office/drawing/2014/main" id="{F4639FAD-489C-2346-D9F7-F26B1BFDB2E1}"/>
              </a:ext>
            </a:extLst>
          </p:cNvPr>
          <p:cNvSpPr/>
          <p:nvPr/>
        </p:nvSpPr>
        <p:spPr>
          <a:xfrm>
            <a:off x="4540469" y="943303"/>
            <a:ext cx="1103586" cy="830317"/>
          </a:xfrm>
          <a:prstGeom prst="snip1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8" name="Snip Single Corner Rectangle 7">
            <a:extLst>
              <a:ext uri="{FF2B5EF4-FFF2-40B4-BE49-F238E27FC236}">
                <a16:creationId xmlns:a16="http://schemas.microsoft.com/office/drawing/2014/main" id="{02414191-D990-8951-D387-B4BDA6945A76}"/>
              </a:ext>
            </a:extLst>
          </p:cNvPr>
          <p:cNvSpPr/>
          <p:nvPr/>
        </p:nvSpPr>
        <p:spPr>
          <a:xfrm>
            <a:off x="6243145" y="943303"/>
            <a:ext cx="1103586" cy="830317"/>
          </a:xfrm>
          <a:prstGeom prst="snip1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9" name="Snip Single Corner Rectangle 8">
            <a:extLst>
              <a:ext uri="{FF2B5EF4-FFF2-40B4-BE49-F238E27FC236}">
                <a16:creationId xmlns:a16="http://schemas.microsoft.com/office/drawing/2014/main" id="{433B9ACD-ADD0-51D7-9C92-377F69170519}"/>
              </a:ext>
            </a:extLst>
          </p:cNvPr>
          <p:cNvSpPr/>
          <p:nvPr/>
        </p:nvSpPr>
        <p:spPr>
          <a:xfrm>
            <a:off x="2837793" y="3970281"/>
            <a:ext cx="1103586" cy="830317"/>
          </a:xfrm>
          <a:prstGeom prst="snip1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0" name="Snip Single Corner Rectangle 9">
            <a:extLst>
              <a:ext uri="{FF2B5EF4-FFF2-40B4-BE49-F238E27FC236}">
                <a16:creationId xmlns:a16="http://schemas.microsoft.com/office/drawing/2014/main" id="{E8E4FA2C-244D-2C2E-C74B-E4CF3B3564BF}"/>
              </a:ext>
            </a:extLst>
          </p:cNvPr>
          <p:cNvSpPr/>
          <p:nvPr/>
        </p:nvSpPr>
        <p:spPr>
          <a:xfrm>
            <a:off x="2837793" y="2456792"/>
            <a:ext cx="1103586" cy="830317"/>
          </a:xfrm>
          <a:prstGeom prst="snip1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1" name="Snip Single Corner Rectangle 10">
            <a:extLst>
              <a:ext uri="{FF2B5EF4-FFF2-40B4-BE49-F238E27FC236}">
                <a16:creationId xmlns:a16="http://schemas.microsoft.com/office/drawing/2014/main" id="{06987E9E-66D4-301D-1A25-8FA414F35056}"/>
              </a:ext>
            </a:extLst>
          </p:cNvPr>
          <p:cNvSpPr/>
          <p:nvPr/>
        </p:nvSpPr>
        <p:spPr>
          <a:xfrm>
            <a:off x="4540469" y="2456792"/>
            <a:ext cx="1103586" cy="830317"/>
          </a:xfrm>
          <a:prstGeom prst="snip1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2" name="Snip Single Corner Rectangle 11">
            <a:extLst>
              <a:ext uri="{FF2B5EF4-FFF2-40B4-BE49-F238E27FC236}">
                <a16:creationId xmlns:a16="http://schemas.microsoft.com/office/drawing/2014/main" id="{5351E4F7-5300-8BC8-3064-7BAB7253E9E6}"/>
              </a:ext>
            </a:extLst>
          </p:cNvPr>
          <p:cNvSpPr/>
          <p:nvPr/>
        </p:nvSpPr>
        <p:spPr>
          <a:xfrm>
            <a:off x="6243145" y="2456792"/>
            <a:ext cx="1103586" cy="830317"/>
          </a:xfrm>
          <a:prstGeom prst="snip1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3" name="Snip Single Corner Rectangle 12">
            <a:extLst>
              <a:ext uri="{FF2B5EF4-FFF2-40B4-BE49-F238E27FC236}">
                <a16:creationId xmlns:a16="http://schemas.microsoft.com/office/drawing/2014/main" id="{733AA71E-9591-0E6E-2485-1B9CE2A83ABB}"/>
              </a:ext>
            </a:extLst>
          </p:cNvPr>
          <p:cNvSpPr/>
          <p:nvPr/>
        </p:nvSpPr>
        <p:spPr>
          <a:xfrm>
            <a:off x="7945821" y="2456792"/>
            <a:ext cx="1103586" cy="830317"/>
          </a:xfrm>
          <a:prstGeom prst="snip1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4" name="Snip Single Corner Rectangle 13">
            <a:extLst>
              <a:ext uri="{FF2B5EF4-FFF2-40B4-BE49-F238E27FC236}">
                <a16:creationId xmlns:a16="http://schemas.microsoft.com/office/drawing/2014/main" id="{A692B30D-455D-2E3E-8995-D4F323299785}"/>
              </a:ext>
            </a:extLst>
          </p:cNvPr>
          <p:cNvSpPr/>
          <p:nvPr/>
        </p:nvSpPr>
        <p:spPr>
          <a:xfrm>
            <a:off x="7945821" y="943303"/>
            <a:ext cx="1103586" cy="830317"/>
          </a:xfrm>
          <a:prstGeom prst="snip1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559465-3969-EB01-8326-5027DA4B4A37}"/>
              </a:ext>
            </a:extLst>
          </p:cNvPr>
          <p:cNvSpPr txBox="1"/>
          <p:nvPr/>
        </p:nvSpPr>
        <p:spPr>
          <a:xfrm>
            <a:off x="2816773" y="1254103"/>
            <a:ext cx="1145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U</a:t>
            </a:r>
            <a:r>
              <a:rPr lang="en-TW" sz="1400" dirty="0">
                <a:solidFill>
                  <a:schemeClr val="bg1"/>
                </a:solidFill>
              </a:rPr>
              <a:t>ser bll</a:t>
            </a:r>
          </a:p>
        </p:txBody>
      </p:sp>
      <p:sp>
        <p:nvSpPr>
          <p:cNvPr id="16" name="Snip Single Corner Rectangle 15">
            <a:extLst>
              <a:ext uri="{FF2B5EF4-FFF2-40B4-BE49-F238E27FC236}">
                <a16:creationId xmlns:a16="http://schemas.microsoft.com/office/drawing/2014/main" id="{4DB1DB16-A463-6BF0-789B-EE50ED94F191}"/>
              </a:ext>
            </a:extLst>
          </p:cNvPr>
          <p:cNvSpPr/>
          <p:nvPr/>
        </p:nvSpPr>
        <p:spPr>
          <a:xfrm>
            <a:off x="4550979" y="943303"/>
            <a:ext cx="1103586" cy="830317"/>
          </a:xfrm>
          <a:prstGeom prst="snip1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9C22D4-D3DC-45CD-56E1-0EF734579779}"/>
              </a:ext>
            </a:extLst>
          </p:cNvPr>
          <p:cNvSpPr txBox="1"/>
          <p:nvPr/>
        </p:nvSpPr>
        <p:spPr>
          <a:xfrm>
            <a:off x="4445875" y="1254103"/>
            <a:ext cx="1313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O</a:t>
            </a:r>
            <a:r>
              <a:rPr lang="en-TW" sz="1400" dirty="0">
                <a:solidFill>
                  <a:schemeClr val="bg1"/>
                </a:solidFill>
              </a:rPr>
              <a:t>rder bll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0F9371-46B6-2D0B-145E-4CC40982418F}"/>
              </a:ext>
            </a:extLst>
          </p:cNvPr>
          <p:cNvSpPr txBox="1"/>
          <p:nvPr/>
        </p:nvSpPr>
        <p:spPr>
          <a:xfrm>
            <a:off x="6243145" y="1254103"/>
            <a:ext cx="11035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</a:t>
            </a:r>
            <a:r>
              <a:rPr lang="en-TW" sz="1400" dirty="0">
                <a:solidFill>
                  <a:schemeClr val="bg1"/>
                </a:solidFill>
              </a:rPr>
              <a:t>ku bll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BCD0BE-35BA-AAE3-FD8D-0C49B425CF6A}"/>
              </a:ext>
            </a:extLst>
          </p:cNvPr>
          <p:cNvSpPr txBox="1"/>
          <p:nvPr/>
        </p:nvSpPr>
        <p:spPr>
          <a:xfrm>
            <a:off x="7756632" y="1110725"/>
            <a:ext cx="14819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</a:t>
            </a:r>
            <a:r>
              <a:rPr lang="en-TW" sz="1400" dirty="0">
                <a:solidFill>
                  <a:schemeClr val="bg1"/>
                </a:solidFill>
              </a:rPr>
              <a:t>anagement</a:t>
            </a:r>
          </a:p>
          <a:p>
            <a:pPr algn="ctr"/>
            <a:r>
              <a:rPr lang="en-TW" sz="1400" dirty="0">
                <a:solidFill>
                  <a:schemeClr val="bg1"/>
                </a:solidFill>
              </a:rPr>
              <a:t>bll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3DD18E-A0B5-B5D1-7DFB-2804DCB204F2}"/>
              </a:ext>
            </a:extLst>
          </p:cNvPr>
          <p:cNvSpPr txBox="1"/>
          <p:nvPr/>
        </p:nvSpPr>
        <p:spPr>
          <a:xfrm>
            <a:off x="2816772" y="2701159"/>
            <a:ext cx="1145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U</a:t>
            </a:r>
            <a:r>
              <a:rPr lang="en-TW" sz="1400" dirty="0">
                <a:solidFill>
                  <a:schemeClr val="bg1"/>
                </a:solidFill>
              </a:rPr>
              <a:t>ser base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D18CEF-879B-C6A5-9F72-7B480B765D73}"/>
              </a:ext>
            </a:extLst>
          </p:cNvPr>
          <p:cNvSpPr txBox="1"/>
          <p:nvPr/>
        </p:nvSpPr>
        <p:spPr>
          <a:xfrm>
            <a:off x="4561488" y="2701159"/>
            <a:ext cx="1082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O</a:t>
            </a:r>
            <a:r>
              <a:rPr lang="en-TW" sz="1400" dirty="0">
                <a:solidFill>
                  <a:schemeClr val="bg1"/>
                </a:solidFill>
              </a:rPr>
              <a:t>rder base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BC9801-5086-139B-6240-4886AF39746E}"/>
              </a:ext>
            </a:extLst>
          </p:cNvPr>
          <p:cNvSpPr txBox="1"/>
          <p:nvPr/>
        </p:nvSpPr>
        <p:spPr>
          <a:xfrm>
            <a:off x="6243145" y="2701159"/>
            <a:ext cx="11035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</a:t>
            </a:r>
            <a:r>
              <a:rPr lang="en-TW" sz="1400" dirty="0">
                <a:solidFill>
                  <a:schemeClr val="bg1"/>
                </a:solidFill>
              </a:rPr>
              <a:t>ku base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13E31A-099B-9D6B-D414-1D62D1270AAD}"/>
              </a:ext>
            </a:extLst>
          </p:cNvPr>
          <p:cNvSpPr txBox="1"/>
          <p:nvPr/>
        </p:nvSpPr>
        <p:spPr>
          <a:xfrm>
            <a:off x="7756632" y="2610340"/>
            <a:ext cx="14819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</a:t>
            </a:r>
            <a:r>
              <a:rPr lang="en-TW" sz="1400" dirty="0">
                <a:solidFill>
                  <a:schemeClr val="bg1"/>
                </a:solidFill>
              </a:rPr>
              <a:t>anagement </a:t>
            </a:r>
          </a:p>
          <a:p>
            <a:pPr algn="ctr"/>
            <a:r>
              <a:rPr lang="en-TW" sz="1400" dirty="0">
                <a:solidFill>
                  <a:schemeClr val="bg1"/>
                </a:solidFill>
              </a:rPr>
              <a:t>base</a:t>
            </a:r>
          </a:p>
        </p:txBody>
      </p:sp>
      <p:sp>
        <p:nvSpPr>
          <p:cNvPr id="25" name="Snip Single Corner Rectangle 24">
            <a:extLst>
              <a:ext uri="{FF2B5EF4-FFF2-40B4-BE49-F238E27FC236}">
                <a16:creationId xmlns:a16="http://schemas.microsoft.com/office/drawing/2014/main" id="{73928A29-9482-BEA9-6F0B-5F3FC1432B50}"/>
              </a:ext>
            </a:extLst>
          </p:cNvPr>
          <p:cNvSpPr/>
          <p:nvPr/>
        </p:nvSpPr>
        <p:spPr>
          <a:xfrm>
            <a:off x="4540469" y="3970282"/>
            <a:ext cx="1103586" cy="830317"/>
          </a:xfrm>
          <a:prstGeom prst="snip1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0FD185-5A98-BF2C-19E1-27CD32078651}"/>
              </a:ext>
            </a:extLst>
          </p:cNvPr>
          <p:cNvSpPr txBox="1"/>
          <p:nvPr/>
        </p:nvSpPr>
        <p:spPr>
          <a:xfrm>
            <a:off x="2816772" y="4214649"/>
            <a:ext cx="1145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agency</a:t>
            </a:r>
            <a:r>
              <a:rPr lang="en-TW" sz="1400" dirty="0">
                <a:solidFill>
                  <a:schemeClr val="bg1"/>
                </a:solidFill>
              </a:rPr>
              <a:t> base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90C7A0-943A-8617-850C-23E6301B080B}"/>
              </a:ext>
            </a:extLst>
          </p:cNvPr>
          <p:cNvSpPr txBox="1"/>
          <p:nvPr/>
        </p:nvSpPr>
        <p:spPr>
          <a:xfrm>
            <a:off x="4561488" y="4214649"/>
            <a:ext cx="1082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notify</a:t>
            </a:r>
            <a:r>
              <a:rPr lang="en-TW" sz="1400" dirty="0">
                <a:solidFill>
                  <a:schemeClr val="bg1"/>
                </a:solidFill>
              </a:rPr>
              <a:t> base</a:t>
            </a:r>
          </a:p>
        </p:txBody>
      </p:sp>
      <p:sp>
        <p:nvSpPr>
          <p:cNvPr id="28" name="Snip Single Corner Rectangle 27">
            <a:extLst>
              <a:ext uri="{FF2B5EF4-FFF2-40B4-BE49-F238E27FC236}">
                <a16:creationId xmlns:a16="http://schemas.microsoft.com/office/drawing/2014/main" id="{E17AFDA5-DAD9-F4DA-6816-2D35B6B1939F}"/>
              </a:ext>
            </a:extLst>
          </p:cNvPr>
          <p:cNvSpPr/>
          <p:nvPr/>
        </p:nvSpPr>
        <p:spPr>
          <a:xfrm>
            <a:off x="6243144" y="3970282"/>
            <a:ext cx="1103586" cy="830317"/>
          </a:xfrm>
          <a:prstGeom prst="snip1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4D083E-DE7F-E05C-2B9F-8800DCB45356}"/>
              </a:ext>
            </a:extLst>
          </p:cNvPr>
          <p:cNvSpPr txBox="1"/>
          <p:nvPr/>
        </p:nvSpPr>
        <p:spPr>
          <a:xfrm>
            <a:off x="6264163" y="4106927"/>
            <a:ext cx="1082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</a:t>
            </a:r>
            <a:r>
              <a:rPr lang="en-TW" sz="1400" dirty="0">
                <a:solidFill>
                  <a:schemeClr val="bg1"/>
                </a:solidFill>
              </a:rPr>
              <a:t>ogistics base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4CDCD01-9F79-AD92-3767-BF24A4EE0413}"/>
              </a:ext>
            </a:extLst>
          </p:cNvPr>
          <p:cNvCxnSpPr>
            <a:cxnSpLocks/>
          </p:cNvCxnSpPr>
          <p:nvPr/>
        </p:nvCxnSpPr>
        <p:spPr>
          <a:xfrm>
            <a:off x="2816772" y="2112579"/>
            <a:ext cx="824011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283333A-C5BD-A763-62D6-F3E3155C4BE4}"/>
              </a:ext>
            </a:extLst>
          </p:cNvPr>
          <p:cNvSpPr txBox="1"/>
          <p:nvPr/>
        </p:nvSpPr>
        <p:spPr>
          <a:xfrm>
            <a:off x="9301659" y="896796"/>
            <a:ext cx="1755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Business </a:t>
            </a:r>
          </a:p>
          <a:p>
            <a:pPr algn="ctr"/>
            <a:r>
              <a:rPr lang="en-TW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Logic </a:t>
            </a:r>
          </a:p>
          <a:p>
            <a:pPr algn="ctr"/>
            <a:r>
              <a:rPr lang="en-TW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Layer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6A75D7-B064-2281-74D4-B22D47D6376F}"/>
              </a:ext>
            </a:extLst>
          </p:cNvPr>
          <p:cNvSpPr txBox="1"/>
          <p:nvPr/>
        </p:nvSpPr>
        <p:spPr>
          <a:xfrm>
            <a:off x="9301659" y="3194504"/>
            <a:ext cx="1755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Base </a:t>
            </a:r>
          </a:p>
          <a:p>
            <a:pPr algn="ctr"/>
            <a:r>
              <a:rPr lang="en-TW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Module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8649A12-A0F3-7300-057D-3FB240701363}"/>
              </a:ext>
            </a:extLst>
          </p:cNvPr>
          <p:cNvCxnSpPr>
            <a:cxnSpLocks/>
          </p:cNvCxnSpPr>
          <p:nvPr/>
        </p:nvCxnSpPr>
        <p:spPr>
          <a:xfrm>
            <a:off x="2816772" y="5139558"/>
            <a:ext cx="824011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n 37">
            <a:extLst>
              <a:ext uri="{FF2B5EF4-FFF2-40B4-BE49-F238E27FC236}">
                <a16:creationId xmlns:a16="http://schemas.microsoft.com/office/drawing/2014/main" id="{E6B24A32-A8BC-B771-004B-18F54D559C77}"/>
              </a:ext>
            </a:extLst>
          </p:cNvPr>
          <p:cNvSpPr/>
          <p:nvPr/>
        </p:nvSpPr>
        <p:spPr>
          <a:xfrm>
            <a:off x="4414344" y="5499891"/>
            <a:ext cx="1124607" cy="713163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1FCF7F-F181-26D5-645D-BBF602BFCF7D}"/>
              </a:ext>
            </a:extLst>
          </p:cNvPr>
          <p:cNvSpPr txBox="1"/>
          <p:nvPr/>
        </p:nvSpPr>
        <p:spPr>
          <a:xfrm>
            <a:off x="4414345" y="5756247"/>
            <a:ext cx="1145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</a:rPr>
              <a:t>mysql</a:t>
            </a:r>
            <a:endParaRPr lang="en-TW" sz="1400" dirty="0">
              <a:solidFill>
                <a:schemeClr val="bg1"/>
              </a:solidFill>
            </a:endParaRPr>
          </a:p>
        </p:txBody>
      </p:sp>
      <p:sp>
        <p:nvSpPr>
          <p:cNvPr id="42" name="Multidocument 41">
            <a:extLst>
              <a:ext uri="{FF2B5EF4-FFF2-40B4-BE49-F238E27FC236}">
                <a16:creationId xmlns:a16="http://schemas.microsoft.com/office/drawing/2014/main" id="{1F44D3E0-7D9A-F55A-95AE-962C9442EFAF}"/>
              </a:ext>
            </a:extLst>
          </p:cNvPr>
          <p:cNvSpPr/>
          <p:nvPr/>
        </p:nvSpPr>
        <p:spPr>
          <a:xfrm>
            <a:off x="6873768" y="5485405"/>
            <a:ext cx="1008993" cy="721952"/>
          </a:xfrm>
          <a:prstGeom prst="flowChartMultidocumen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1BA314-873F-B3A9-3D42-C0A19FD771BE}"/>
              </a:ext>
            </a:extLst>
          </p:cNvPr>
          <p:cNvSpPr txBox="1"/>
          <p:nvPr/>
        </p:nvSpPr>
        <p:spPr>
          <a:xfrm>
            <a:off x="6800193" y="5756247"/>
            <a:ext cx="1145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</a:rPr>
              <a:t>redis</a:t>
            </a:r>
            <a:endParaRPr lang="en-TW" sz="14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5DE5AA-5C04-4C0C-EBCA-BF12F2F644CF}"/>
              </a:ext>
            </a:extLst>
          </p:cNvPr>
          <p:cNvSpPr txBox="1"/>
          <p:nvPr/>
        </p:nvSpPr>
        <p:spPr>
          <a:xfrm>
            <a:off x="9301658" y="5602125"/>
            <a:ext cx="175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Infrastructure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8D89C46-214F-4C76-2088-A9126D2C2FA9}"/>
              </a:ext>
            </a:extLst>
          </p:cNvPr>
          <p:cNvCxnSpPr>
            <a:cxnSpLocks/>
          </p:cNvCxnSpPr>
          <p:nvPr/>
        </p:nvCxnSpPr>
        <p:spPr>
          <a:xfrm>
            <a:off x="2490953" y="896796"/>
            <a:ext cx="0" cy="520252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ube 47">
            <a:extLst>
              <a:ext uri="{FF2B5EF4-FFF2-40B4-BE49-F238E27FC236}">
                <a16:creationId xmlns:a16="http://schemas.microsoft.com/office/drawing/2014/main" id="{EE8E79F6-0C94-02C4-0F0C-150C2A431D9E}"/>
              </a:ext>
            </a:extLst>
          </p:cNvPr>
          <p:cNvSpPr/>
          <p:nvPr/>
        </p:nvSpPr>
        <p:spPr>
          <a:xfrm>
            <a:off x="1006363" y="1588349"/>
            <a:ext cx="1114097" cy="1048460"/>
          </a:xfrm>
          <a:prstGeom prst="cub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1763A4-B994-6885-C5A1-254AECB88155}"/>
              </a:ext>
            </a:extLst>
          </p:cNvPr>
          <p:cNvSpPr txBox="1"/>
          <p:nvPr/>
        </p:nvSpPr>
        <p:spPr>
          <a:xfrm>
            <a:off x="948557" y="2084420"/>
            <a:ext cx="1145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1400" dirty="0">
                <a:solidFill>
                  <a:schemeClr val="bg1"/>
                </a:solidFill>
              </a:rPr>
              <a:t>nacos</a:t>
            </a:r>
          </a:p>
        </p:txBody>
      </p:sp>
      <p:sp>
        <p:nvSpPr>
          <p:cNvPr id="50" name="Cube 49">
            <a:extLst>
              <a:ext uri="{FF2B5EF4-FFF2-40B4-BE49-F238E27FC236}">
                <a16:creationId xmlns:a16="http://schemas.microsoft.com/office/drawing/2014/main" id="{8749D2E2-DA60-38D1-A906-3EA023EBE075}"/>
              </a:ext>
            </a:extLst>
          </p:cNvPr>
          <p:cNvSpPr/>
          <p:nvPr/>
        </p:nvSpPr>
        <p:spPr>
          <a:xfrm>
            <a:off x="1006363" y="3175411"/>
            <a:ext cx="1114097" cy="1048460"/>
          </a:xfrm>
          <a:prstGeom prst="cub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4949647-441E-35AA-AC81-A478F260410B}"/>
              </a:ext>
            </a:extLst>
          </p:cNvPr>
          <p:cNvSpPr txBox="1"/>
          <p:nvPr/>
        </p:nvSpPr>
        <p:spPr>
          <a:xfrm>
            <a:off x="948557" y="3671482"/>
            <a:ext cx="1145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1400" dirty="0">
                <a:solidFill>
                  <a:schemeClr val="bg1"/>
                </a:solidFill>
              </a:rPr>
              <a:t>seata</a:t>
            </a:r>
          </a:p>
        </p:txBody>
      </p:sp>
      <p:sp>
        <p:nvSpPr>
          <p:cNvPr id="52" name="Cube 51">
            <a:extLst>
              <a:ext uri="{FF2B5EF4-FFF2-40B4-BE49-F238E27FC236}">
                <a16:creationId xmlns:a16="http://schemas.microsoft.com/office/drawing/2014/main" id="{1E903C9E-42CC-76B6-5B64-3CA9C2CBF424}"/>
              </a:ext>
            </a:extLst>
          </p:cNvPr>
          <p:cNvSpPr/>
          <p:nvPr/>
        </p:nvSpPr>
        <p:spPr>
          <a:xfrm>
            <a:off x="1006363" y="4520735"/>
            <a:ext cx="1114097" cy="1048460"/>
          </a:xfrm>
          <a:prstGeom prst="cub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690F53-296D-E053-9E99-7E1042D94702}"/>
              </a:ext>
            </a:extLst>
          </p:cNvPr>
          <p:cNvSpPr txBox="1"/>
          <p:nvPr/>
        </p:nvSpPr>
        <p:spPr>
          <a:xfrm>
            <a:off x="948557" y="5016806"/>
            <a:ext cx="1145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1400" dirty="0">
                <a:solidFill>
                  <a:schemeClr val="bg1"/>
                </a:solidFill>
              </a:rPr>
              <a:t>liquibase</a:t>
            </a:r>
          </a:p>
        </p:txBody>
      </p:sp>
    </p:spTree>
    <p:extLst>
      <p:ext uri="{BB962C8B-B14F-4D97-AF65-F5344CB8AC3E}">
        <p14:creationId xmlns:p14="http://schemas.microsoft.com/office/powerpoint/2010/main" val="2028380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60</Words>
  <Application>Microsoft Macintosh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Century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</dc:creator>
  <cp:lastModifiedBy>O365</cp:lastModifiedBy>
  <cp:revision>5</cp:revision>
  <dcterms:created xsi:type="dcterms:W3CDTF">2026-02-23T02:57:40Z</dcterms:created>
  <dcterms:modified xsi:type="dcterms:W3CDTF">2026-03-10T07:31:42Z</dcterms:modified>
</cp:coreProperties>
</file>