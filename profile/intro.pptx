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8" r:id="rId3"/>
    <p:sldId id="257" r:id="rId4"/>
  </p:sldIdLst>
  <p:sldSz cx="12192000" cy="6858000"/>
  <p:notesSz cx="6858000" cy="9144000"/>
  <p:defaultTextStyle>
    <a:defPPr>
      <a:defRPr lang="en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94"/>
  </p:normalViewPr>
  <p:slideViewPr>
    <p:cSldViewPr snapToGrid="0">
      <p:cViewPr varScale="1">
        <p:scale>
          <a:sx n="121" d="100"/>
          <a:sy n="121" d="100"/>
        </p:scale>
        <p:origin x="74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BEAE6B-DC40-543A-28F2-995B964D480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9E46DCC-57DC-AC01-4CE8-CE26E1EA64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TW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71B0A1-DB3A-2A98-3106-12E475C6EF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FF10F-4C6F-2B48-AB41-F5F5ABF7401F}" type="datetimeFigureOut">
              <a:rPr lang="en-TW" smtClean="0"/>
              <a:t>2026/3/10</a:t>
            </a:fld>
            <a:endParaRPr lang="en-TW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75E601-FE61-68D1-2505-590C0DE800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58B3A9-56D2-6B91-DAFC-0B06B2D695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15C856-2BF8-8445-95F0-0B9E8BBF6345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34057329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F7F6C1-A2CD-0053-13EC-F79E2A688E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28DF9A-BC41-BC21-F380-BB55D0876B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41D6B1-6F59-2668-5DB3-4C62D87336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FF10F-4C6F-2B48-AB41-F5F5ABF7401F}" type="datetimeFigureOut">
              <a:rPr lang="en-TW" smtClean="0"/>
              <a:t>2026/3/10</a:t>
            </a:fld>
            <a:endParaRPr lang="en-TW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B24915-028B-5315-C022-7C1DCD9231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0736D6-CC5A-D9D8-05BA-FBD2E130F9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15C856-2BF8-8445-95F0-0B9E8BBF6345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5032041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68C886-CBD2-ED6F-2AC2-332EF6750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405396-A1BE-11A3-B1E9-43A1070D46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F91AB0-E7BE-2002-607D-537B539675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FF10F-4C6F-2B48-AB41-F5F5ABF7401F}" type="datetimeFigureOut">
              <a:rPr lang="en-TW" smtClean="0"/>
              <a:t>2026/3/10</a:t>
            </a:fld>
            <a:endParaRPr lang="en-TW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0EDA97-5EA9-F028-F792-168EF63BA3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59F37B-5F93-BB9D-3500-60E150814C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15C856-2BF8-8445-95F0-0B9E8BBF6345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31584252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D88E03-EA1D-CE5B-A0E4-DD5B1AF021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B67356-4E8A-191C-9373-24CD7B85FE1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ADE8D4E-3FA7-F9F0-943A-2EB70857C2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FE3F6BC-19FA-6ADB-8438-897F0976D6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FF10F-4C6F-2B48-AB41-F5F5ABF7401F}" type="datetimeFigureOut">
              <a:rPr lang="en-TW" smtClean="0"/>
              <a:t>2026/3/10</a:t>
            </a:fld>
            <a:endParaRPr lang="en-TW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44B13FA-B8DB-BB5D-969E-7A23F76695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630E8F-08BF-3F7B-0105-AA10962886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15C856-2BF8-8445-95F0-0B9E8BBF6345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8096841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FA6439-9705-DB33-7BED-AD00EC1C69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A1B6DF-AC51-6CB3-4CE1-91E45EC2B2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133FBD4-4FBB-6A3E-D95D-21DC2924C84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8C2AE08-939E-E221-0290-F303A91DAEC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709A4C4-9B20-B3F6-7137-8161DF7BC75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0F870EC-6E59-457A-C32C-1753F617FF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FF10F-4C6F-2B48-AB41-F5F5ABF7401F}" type="datetimeFigureOut">
              <a:rPr lang="en-TW" smtClean="0"/>
              <a:t>2026/3/10</a:t>
            </a:fld>
            <a:endParaRPr lang="en-TW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A2E1E30-E4CC-A883-DFD2-BBAAF19CBF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19677C5-FE20-2040-342D-64FAF580C5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15C856-2BF8-8445-95F0-0B9E8BBF6345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1744824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57DF02-2E4F-C1FE-37CA-7E66563F23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6B357DF-9334-D48D-DEA6-BCF4E779F6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FF10F-4C6F-2B48-AB41-F5F5ABF7401F}" type="datetimeFigureOut">
              <a:rPr lang="en-TW" smtClean="0"/>
              <a:t>2026/3/10</a:t>
            </a:fld>
            <a:endParaRPr lang="en-TW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CC754B0-D0C3-F221-89BE-D68BA45ADA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3630578-DA02-7521-E021-30E31B81E0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15C856-2BF8-8445-95F0-0B9E8BBF6345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38531881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F0AC23B-C0DE-B34B-30B3-5E35AD0A8C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FF10F-4C6F-2B48-AB41-F5F5ABF7401F}" type="datetimeFigureOut">
              <a:rPr lang="en-TW" smtClean="0"/>
              <a:t>2026/3/10</a:t>
            </a:fld>
            <a:endParaRPr lang="en-TW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BB8BD61-0D75-FFBD-7832-66BFA5BFDB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08A25B-2FEC-5C85-CF81-3A79F8A68A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15C856-2BF8-8445-95F0-0B9E8BBF6345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1684268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E3C4B0-A38D-C486-8675-3312E6BD26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69B1BB-9FEA-605C-2492-31D4C88ED0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2493CF6-DB2B-90BC-AB13-55ED83C3136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BF7BBB-570D-8CD1-8740-0FF6E5F305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FF10F-4C6F-2B48-AB41-F5F5ABF7401F}" type="datetimeFigureOut">
              <a:rPr lang="en-TW" smtClean="0"/>
              <a:t>2026/3/10</a:t>
            </a:fld>
            <a:endParaRPr lang="en-TW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6E649AA-110F-22D2-6D70-0B0957FC9F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62E2ADA-E595-77A8-7CEE-0EA2ACC9CF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15C856-2BF8-8445-95F0-0B9E8BBF6345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38749763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19355F-F681-7209-5BC3-2CFD70F95B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B3B4297-79D5-27B3-B194-8B9940575C0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TW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C4878F2-D7F0-33CB-2182-F345F45220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5C02E3-B206-A992-9B2C-7B968B248A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FF10F-4C6F-2B48-AB41-F5F5ABF7401F}" type="datetimeFigureOut">
              <a:rPr lang="en-TW" smtClean="0"/>
              <a:t>2026/3/10</a:t>
            </a:fld>
            <a:endParaRPr lang="en-TW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EC66ABC-58EE-2863-EBA0-DCA90AA5FB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7210A3A-27B5-AC92-DF21-9F3C0C4383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15C856-2BF8-8445-95F0-0B9E8BBF6345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12149768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85E4F9-487E-4F7D-9907-AC468B440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26F517D-9A97-8A92-2A1C-65C80186A9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7039C9-7C87-2D21-9D6F-65FD1EDE98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FF10F-4C6F-2B48-AB41-F5F5ABF7401F}" type="datetimeFigureOut">
              <a:rPr lang="en-TW" smtClean="0"/>
              <a:t>2026/3/10</a:t>
            </a:fld>
            <a:endParaRPr lang="en-TW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3053D9-F5A7-CBB8-6805-65DE42A42F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7777EE-A265-B157-6AF0-3A24AE9FB3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15C856-2BF8-8445-95F0-0B9E8BBF6345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6178575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5EA838F-C329-ECFB-A430-4B5717689BC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6AFAD99-644D-667A-42BC-9842B363A05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379DEE-F51D-518E-06F4-F1871E48B9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FF10F-4C6F-2B48-AB41-F5F5ABF7401F}" type="datetimeFigureOut">
              <a:rPr lang="en-TW" smtClean="0"/>
              <a:t>2026/3/10</a:t>
            </a:fld>
            <a:endParaRPr lang="en-TW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E5E0FE-938C-E2F4-CED3-4939A5CF9B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F73E67-D1D6-1819-D911-C80482854E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15C856-2BF8-8445-95F0-0B9E8BBF6345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8914235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0F64CB8-5799-8F8A-3F4B-EAB6608E20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C6C1D0-0882-0140-537C-FDDA3E96AC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C74717-97FD-93A5-D20F-EF166A56290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2FF10F-4C6F-2B48-AB41-F5F5ABF7401F}" type="datetimeFigureOut">
              <a:rPr lang="en-TW" smtClean="0"/>
              <a:t>2026/3/10</a:t>
            </a:fld>
            <a:endParaRPr lang="en-TW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AB92BE-3F86-02A3-24C0-CDFB17F0E0C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TW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F8F4BF-C840-142B-79DB-A9A133625BF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15C856-2BF8-8445-95F0-0B9E8BBF6345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41927012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619CD87D-8759-CDC7-8782-4604BA537EBD}"/>
              </a:ext>
            </a:extLst>
          </p:cNvPr>
          <p:cNvSpPr txBox="1"/>
          <p:nvPr/>
        </p:nvSpPr>
        <p:spPr>
          <a:xfrm>
            <a:off x="2873436" y="1591972"/>
            <a:ext cx="64451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Century" panose="02040604050505020304" pitchFamily="18" charset="0"/>
                <a:cs typeface="Arial Nova" panose="020F0502020204030204" pitchFamily="34" charset="0"/>
              </a:rPr>
              <a:t>A lightweight e-commerce platform</a:t>
            </a:r>
            <a:r>
              <a:rPr lang="zh-TW" altLang="en-US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Century" panose="02040604050505020304" pitchFamily="18" charset="0"/>
                <a:cs typeface="Arial Nova" panose="020F0502020204030204" pitchFamily="34" charset="0"/>
              </a:rPr>
              <a:t> </a:t>
            </a:r>
            <a:r>
              <a:rPr lang="en-US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Century" panose="02040604050505020304" pitchFamily="18" charset="0"/>
                <a:cs typeface="Arial Nova" panose="020F0502020204030204" pitchFamily="34" charset="0"/>
              </a:rPr>
              <a:t>that supports browsing, ordering, payment, and shipping.</a:t>
            </a:r>
            <a:endParaRPr lang="en-TW" dirty="0">
              <a:solidFill>
                <a:schemeClr val="tx1">
                  <a:lumMod val="75000"/>
                  <a:lumOff val="25000"/>
                </a:schemeClr>
              </a:solidFill>
              <a:latin typeface="Century" panose="02040604050505020304" pitchFamily="18" charset="0"/>
              <a:cs typeface="Arial Nova" panose="020F05020202040302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41A849A-EB4E-8D73-0049-6572043CB7BD}"/>
              </a:ext>
            </a:extLst>
          </p:cNvPr>
          <p:cNvSpPr txBox="1"/>
          <p:nvPr/>
        </p:nvSpPr>
        <p:spPr>
          <a:xfrm>
            <a:off x="2873435" y="531843"/>
            <a:ext cx="644512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Century" panose="02040604050505020304" pitchFamily="18" charset="0"/>
                <a:cs typeface="Arial Nova" panose="020F0502020204030204" pitchFamily="34" charset="0"/>
              </a:rPr>
              <a:t>MY EASY SHOP</a:t>
            </a:r>
            <a:endParaRPr lang="en-TW" sz="4800" dirty="0">
              <a:solidFill>
                <a:schemeClr val="tx1">
                  <a:lumMod val="75000"/>
                  <a:lumOff val="25000"/>
                </a:schemeClr>
              </a:solidFill>
              <a:latin typeface="Century" panose="02040604050505020304" pitchFamily="18" charset="0"/>
              <a:cs typeface="Arial Nova" panose="020F050202020403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528C007-DD1B-2081-91FA-55B750B468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5871" y="3805771"/>
            <a:ext cx="1460257" cy="146025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E3E2AE37-50F7-FE7F-6B37-B8BB3981C2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9555" y="3867018"/>
            <a:ext cx="1618020" cy="161802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DFF0B13-E4B2-9695-9628-D3386BADE3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64425" y="3648009"/>
            <a:ext cx="1618020" cy="1618020"/>
          </a:xfrm>
          <a:prstGeom prst="rect">
            <a:avLst/>
          </a:prstGeom>
        </p:spPr>
      </p:pic>
      <p:sp>
        <p:nvSpPr>
          <p:cNvPr id="13" name="Right Arrow 12">
            <a:extLst>
              <a:ext uri="{FF2B5EF4-FFF2-40B4-BE49-F238E27FC236}">
                <a16:creationId xmlns:a16="http://schemas.microsoft.com/office/drawing/2014/main" id="{A9942E9D-0BC5-959A-BE2C-68D5BFAD3C3A}"/>
              </a:ext>
            </a:extLst>
          </p:cNvPr>
          <p:cNvSpPr/>
          <p:nvPr/>
        </p:nvSpPr>
        <p:spPr>
          <a:xfrm>
            <a:off x="4031461" y="4212973"/>
            <a:ext cx="985393" cy="488092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21" name="Right Arrow 20">
            <a:extLst>
              <a:ext uri="{FF2B5EF4-FFF2-40B4-BE49-F238E27FC236}">
                <a16:creationId xmlns:a16="http://schemas.microsoft.com/office/drawing/2014/main" id="{C0FF84E5-E4D9-0B3A-14CB-09C7939E1E24}"/>
              </a:ext>
            </a:extLst>
          </p:cNvPr>
          <p:cNvSpPr/>
          <p:nvPr/>
        </p:nvSpPr>
        <p:spPr>
          <a:xfrm>
            <a:off x="7175145" y="4212973"/>
            <a:ext cx="985393" cy="488092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42618518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5E31098-DD1A-96C6-0631-32951EE6D4ED}"/>
              </a:ext>
            </a:extLst>
          </p:cNvPr>
          <p:cNvSpPr txBox="1"/>
          <p:nvPr/>
        </p:nvSpPr>
        <p:spPr>
          <a:xfrm>
            <a:off x="1417752" y="3186838"/>
            <a:ext cx="644512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Century" panose="02040604050505020304" pitchFamily="18" charset="0"/>
                <a:cs typeface="Arial Nova" panose="020F0502020204030204" pitchFamily="34" charset="0"/>
              </a:rPr>
              <a:t>MY</a:t>
            </a:r>
            <a:r>
              <a:rPr lang="zh-TW" altLang="en-US" sz="4800" dirty="0">
                <a:solidFill>
                  <a:schemeClr val="tx1">
                    <a:lumMod val="75000"/>
                    <a:lumOff val="25000"/>
                  </a:schemeClr>
                </a:solidFill>
                <a:latin typeface="Century" panose="02040604050505020304" pitchFamily="18" charset="0"/>
                <a:cs typeface="Arial Nova" panose="020F0502020204030204" pitchFamily="34" charset="0"/>
              </a:rPr>
              <a:t> </a:t>
            </a:r>
            <a:r>
              <a:rPr lang="en-US" sz="4800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Century" panose="02040604050505020304" pitchFamily="18" charset="0"/>
                <a:cs typeface="Arial Nova" panose="020F0502020204030204" pitchFamily="34" charset="0"/>
              </a:rPr>
              <a:t>EASY </a:t>
            </a:r>
          </a:p>
          <a:p>
            <a:pPr algn="ctr"/>
            <a:r>
              <a:rPr lang="en-US" sz="4800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Century" panose="02040604050505020304" pitchFamily="18" charset="0"/>
                <a:cs typeface="Arial Nova" panose="020F0502020204030204" pitchFamily="34" charset="0"/>
              </a:rPr>
              <a:t>VAULT</a:t>
            </a:r>
            <a:endParaRPr lang="en-TW" sz="4800" dirty="0">
              <a:solidFill>
                <a:schemeClr val="tx1">
                  <a:lumMod val="75000"/>
                  <a:lumOff val="25000"/>
                </a:schemeClr>
              </a:solidFill>
              <a:latin typeface="Century" panose="02040604050505020304" pitchFamily="18" charset="0"/>
              <a:cs typeface="Arial Nova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35490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nip Single Corner Rectangle 3">
            <a:extLst>
              <a:ext uri="{FF2B5EF4-FFF2-40B4-BE49-F238E27FC236}">
                <a16:creationId xmlns:a16="http://schemas.microsoft.com/office/drawing/2014/main" id="{DF216471-79BB-8967-8FCF-425BA8FB5493}"/>
              </a:ext>
            </a:extLst>
          </p:cNvPr>
          <p:cNvSpPr/>
          <p:nvPr/>
        </p:nvSpPr>
        <p:spPr>
          <a:xfrm>
            <a:off x="2837793" y="943303"/>
            <a:ext cx="1103586" cy="830317"/>
          </a:xfrm>
          <a:prstGeom prst="snip1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7" name="Snip Single Corner Rectangle 6">
            <a:extLst>
              <a:ext uri="{FF2B5EF4-FFF2-40B4-BE49-F238E27FC236}">
                <a16:creationId xmlns:a16="http://schemas.microsoft.com/office/drawing/2014/main" id="{F4639FAD-489C-2346-D9F7-F26B1BFDB2E1}"/>
              </a:ext>
            </a:extLst>
          </p:cNvPr>
          <p:cNvSpPr/>
          <p:nvPr/>
        </p:nvSpPr>
        <p:spPr>
          <a:xfrm>
            <a:off x="4540469" y="943303"/>
            <a:ext cx="1103586" cy="830317"/>
          </a:xfrm>
          <a:prstGeom prst="snip1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8" name="Snip Single Corner Rectangle 7">
            <a:extLst>
              <a:ext uri="{FF2B5EF4-FFF2-40B4-BE49-F238E27FC236}">
                <a16:creationId xmlns:a16="http://schemas.microsoft.com/office/drawing/2014/main" id="{02414191-D990-8951-D387-B4BDA6945A76}"/>
              </a:ext>
            </a:extLst>
          </p:cNvPr>
          <p:cNvSpPr/>
          <p:nvPr/>
        </p:nvSpPr>
        <p:spPr>
          <a:xfrm>
            <a:off x="6243145" y="943303"/>
            <a:ext cx="1103586" cy="830317"/>
          </a:xfrm>
          <a:prstGeom prst="snip1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9" name="Snip Single Corner Rectangle 8">
            <a:extLst>
              <a:ext uri="{FF2B5EF4-FFF2-40B4-BE49-F238E27FC236}">
                <a16:creationId xmlns:a16="http://schemas.microsoft.com/office/drawing/2014/main" id="{433B9ACD-ADD0-51D7-9C92-377F69170519}"/>
              </a:ext>
            </a:extLst>
          </p:cNvPr>
          <p:cNvSpPr/>
          <p:nvPr/>
        </p:nvSpPr>
        <p:spPr>
          <a:xfrm>
            <a:off x="2837793" y="3970281"/>
            <a:ext cx="1103586" cy="830317"/>
          </a:xfrm>
          <a:prstGeom prst="snip1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10" name="Snip Single Corner Rectangle 9">
            <a:extLst>
              <a:ext uri="{FF2B5EF4-FFF2-40B4-BE49-F238E27FC236}">
                <a16:creationId xmlns:a16="http://schemas.microsoft.com/office/drawing/2014/main" id="{E8E4FA2C-244D-2C2E-C74B-E4CF3B3564BF}"/>
              </a:ext>
            </a:extLst>
          </p:cNvPr>
          <p:cNvSpPr/>
          <p:nvPr/>
        </p:nvSpPr>
        <p:spPr>
          <a:xfrm>
            <a:off x="2837793" y="2456792"/>
            <a:ext cx="1103586" cy="830317"/>
          </a:xfrm>
          <a:prstGeom prst="snip1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11" name="Snip Single Corner Rectangle 10">
            <a:extLst>
              <a:ext uri="{FF2B5EF4-FFF2-40B4-BE49-F238E27FC236}">
                <a16:creationId xmlns:a16="http://schemas.microsoft.com/office/drawing/2014/main" id="{06987E9E-66D4-301D-1A25-8FA414F35056}"/>
              </a:ext>
            </a:extLst>
          </p:cNvPr>
          <p:cNvSpPr/>
          <p:nvPr/>
        </p:nvSpPr>
        <p:spPr>
          <a:xfrm>
            <a:off x="4540469" y="2456792"/>
            <a:ext cx="1103586" cy="830317"/>
          </a:xfrm>
          <a:prstGeom prst="snip1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12" name="Snip Single Corner Rectangle 11">
            <a:extLst>
              <a:ext uri="{FF2B5EF4-FFF2-40B4-BE49-F238E27FC236}">
                <a16:creationId xmlns:a16="http://schemas.microsoft.com/office/drawing/2014/main" id="{5351E4F7-5300-8BC8-3064-7BAB7253E9E6}"/>
              </a:ext>
            </a:extLst>
          </p:cNvPr>
          <p:cNvSpPr/>
          <p:nvPr/>
        </p:nvSpPr>
        <p:spPr>
          <a:xfrm>
            <a:off x="6243145" y="2456792"/>
            <a:ext cx="1103586" cy="830317"/>
          </a:xfrm>
          <a:prstGeom prst="snip1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13" name="Snip Single Corner Rectangle 12">
            <a:extLst>
              <a:ext uri="{FF2B5EF4-FFF2-40B4-BE49-F238E27FC236}">
                <a16:creationId xmlns:a16="http://schemas.microsoft.com/office/drawing/2014/main" id="{733AA71E-9591-0E6E-2485-1B9CE2A83ABB}"/>
              </a:ext>
            </a:extLst>
          </p:cNvPr>
          <p:cNvSpPr/>
          <p:nvPr/>
        </p:nvSpPr>
        <p:spPr>
          <a:xfrm>
            <a:off x="7945821" y="2456792"/>
            <a:ext cx="1103586" cy="830317"/>
          </a:xfrm>
          <a:prstGeom prst="snip1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14" name="Snip Single Corner Rectangle 13">
            <a:extLst>
              <a:ext uri="{FF2B5EF4-FFF2-40B4-BE49-F238E27FC236}">
                <a16:creationId xmlns:a16="http://schemas.microsoft.com/office/drawing/2014/main" id="{A692B30D-455D-2E3E-8995-D4F323299785}"/>
              </a:ext>
            </a:extLst>
          </p:cNvPr>
          <p:cNvSpPr/>
          <p:nvPr/>
        </p:nvSpPr>
        <p:spPr>
          <a:xfrm>
            <a:off x="7945821" y="943303"/>
            <a:ext cx="1103586" cy="830317"/>
          </a:xfrm>
          <a:prstGeom prst="snip1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6559465-3969-EB01-8326-5027DA4B4A37}"/>
              </a:ext>
            </a:extLst>
          </p:cNvPr>
          <p:cNvSpPr txBox="1"/>
          <p:nvPr/>
        </p:nvSpPr>
        <p:spPr>
          <a:xfrm>
            <a:off x="2816773" y="1254103"/>
            <a:ext cx="114562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U</a:t>
            </a:r>
            <a:r>
              <a:rPr lang="en-TW" sz="1400" dirty="0">
                <a:solidFill>
                  <a:schemeClr val="bg1"/>
                </a:solidFill>
              </a:rPr>
              <a:t>ser bll</a:t>
            </a:r>
          </a:p>
        </p:txBody>
      </p:sp>
      <p:sp>
        <p:nvSpPr>
          <p:cNvPr id="16" name="Snip Single Corner Rectangle 15">
            <a:extLst>
              <a:ext uri="{FF2B5EF4-FFF2-40B4-BE49-F238E27FC236}">
                <a16:creationId xmlns:a16="http://schemas.microsoft.com/office/drawing/2014/main" id="{4DB1DB16-A463-6BF0-789B-EE50ED94F191}"/>
              </a:ext>
            </a:extLst>
          </p:cNvPr>
          <p:cNvSpPr/>
          <p:nvPr/>
        </p:nvSpPr>
        <p:spPr>
          <a:xfrm>
            <a:off x="4550979" y="943303"/>
            <a:ext cx="1103586" cy="830317"/>
          </a:xfrm>
          <a:prstGeom prst="snip1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39C22D4-D3DC-45CD-56E1-0EF734579779}"/>
              </a:ext>
            </a:extLst>
          </p:cNvPr>
          <p:cNvSpPr txBox="1"/>
          <p:nvPr/>
        </p:nvSpPr>
        <p:spPr>
          <a:xfrm>
            <a:off x="4445875" y="1254103"/>
            <a:ext cx="131379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O</a:t>
            </a:r>
            <a:r>
              <a:rPr lang="en-TW" sz="1400" dirty="0">
                <a:solidFill>
                  <a:schemeClr val="bg1"/>
                </a:solidFill>
              </a:rPr>
              <a:t>rder bll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C0F9371-46B6-2D0B-145E-4CC40982418F}"/>
              </a:ext>
            </a:extLst>
          </p:cNvPr>
          <p:cNvSpPr txBox="1"/>
          <p:nvPr/>
        </p:nvSpPr>
        <p:spPr>
          <a:xfrm>
            <a:off x="6243145" y="1254103"/>
            <a:ext cx="11035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S</a:t>
            </a:r>
            <a:r>
              <a:rPr lang="en-TW" sz="1400" dirty="0">
                <a:solidFill>
                  <a:schemeClr val="bg1"/>
                </a:solidFill>
              </a:rPr>
              <a:t>ku bll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FBCD0BE-35BA-AAE3-FD8D-0C49B425CF6A}"/>
              </a:ext>
            </a:extLst>
          </p:cNvPr>
          <p:cNvSpPr txBox="1"/>
          <p:nvPr/>
        </p:nvSpPr>
        <p:spPr>
          <a:xfrm>
            <a:off x="7756632" y="1110725"/>
            <a:ext cx="148196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M</a:t>
            </a:r>
            <a:r>
              <a:rPr lang="en-TW" sz="1400" dirty="0">
                <a:solidFill>
                  <a:schemeClr val="bg1"/>
                </a:solidFill>
              </a:rPr>
              <a:t>anagement</a:t>
            </a:r>
          </a:p>
          <a:p>
            <a:pPr algn="ctr"/>
            <a:r>
              <a:rPr lang="en-TW" sz="1400" dirty="0">
                <a:solidFill>
                  <a:schemeClr val="bg1"/>
                </a:solidFill>
              </a:rPr>
              <a:t>bll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C3DD18E-A0B5-B5D1-7DFB-2804DCB204F2}"/>
              </a:ext>
            </a:extLst>
          </p:cNvPr>
          <p:cNvSpPr txBox="1"/>
          <p:nvPr/>
        </p:nvSpPr>
        <p:spPr>
          <a:xfrm>
            <a:off x="2816772" y="2701159"/>
            <a:ext cx="114562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U</a:t>
            </a:r>
            <a:r>
              <a:rPr lang="en-TW" sz="1400" dirty="0">
                <a:solidFill>
                  <a:schemeClr val="bg1"/>
                </a:solidFill>
              </a:rPr>
              <a:t>ser base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5D18CEF-879B-C6A5-9F72-7B480B765D73}"/>
              </a:ext>
            </a:extLst>
          </p:cNvPr>
          <p:cNvSpPr txBox="1"/>
          <p:nvPr/>
        </p:nvSpPr>
        <p:spPr>
          <a:xfrm>
            <a:off x="4561488" y="2701159"/>
            <a:ext cx="10825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O</a:t>
            </a:r>
            <a:r>
              <a:rPr lang="en-TW" sz="1400" dirty="0">
                <a:solidFill>
                  <a:schemeClr val="bg1"/>
                </a:solidFill>
              </a:rPr>
              <a:t>rder base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2BC9801-5086-139B-6240-4886AF39746E}"/>
              </a:ext>
            </a:extLst>
          </p:cNvPr>
          <p:cNvSpPr txBox="1"/>
          <p:nvPr/>
        </p:nvSpPr>
        <p:spPr>
          <a:xfrm>
            <a:off x="6243145" y="2701159"/>
            <a:ext cx="11035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S</a:t>
            </a:r>
            <a:r>
              <a:rPr lang="en-TW" sz="1400" dirty="0">
                <a:solidFill>
                  <a:schemeClr val="bg1"/>
                </a:solidFill>
              </a:rPr>
              <a:t>ku base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B13E31A-099B-9D6B-D414-1D62D1270AAD}"/>
              </a:ext>
            </a:extLst>
          </p:cNvPr>
          <p:cNvSpPr txBox="1"/>
          <p:nvPr/>
        </p:nvSpPr>
        <p:spPr>
          <a:xfrm>
            <a:off x="7756632" y="2610340"/>
            <a:ext cx="148196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M</a:t>
            </a:r>
            <a:r>
              <a:rPr lang="en-TW" sz="1400" dirty="0">
                <a:solidFill>
                  <a:schemeClr val="bg1"/>
                </a:solidFill>
              </a:rPr>
              <a:t>anagement </a:t>
            </a:r>
          </a:p>
          <a:p>
            <a:pPr algn="ctr"/>
            <a:r>
              <a:rPr lang="en-TW" sz="1400" dirty="0">
                <a:solidFill>
                  <a:schemeClr val="bg1"/>
                </a:solidFill>
              </a:rPr>
              <a:t>base</a:t>
            </a:r>
          </a:p>
        </p:txBody>
      </p:sp>
      <p:sp>
        <p:nvSpPr>
          <p:cNvPr id="25" name="Snip Single Corner Rectangle 24">
            <a:extLst>
              <a:ext uri="{FF2B5EF4-FFF2-40B4-BE49-F238E27FC236}">
                <a16:creationId xmlns:a16="http://schemas.microsoft.com/office/drawing/2014/main" id="{73928A29-9482-BEA9-6F0B-5F3FC1432B50}"/>
              </a:ext>
            </a:extLst>
          </p:cNvPr>
          <p:cNvSpPr/>
          <p:nvPr/>
        </p:nvSpPr>
        <p:spPr>
          <a:xfrm>
            <a:off x="4540469" y="3970282"/>
            <a:ext cx="1103586" cy="830317"/>
          </a:xfrm>
          <a:prstGeom prst="snip1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10FD185-5A98-BF2C-19E1-27CD32078651}"/>
              </a:ext>
            </a:extLst>
          </p:cNvPr>
          <p:cNvSpPr txBox="1"/>
          <p:nvPr/>
        </p:nvSpPr>
        <p:spPr>
          <a:xfrm>
            <a:off x="2816772" y="4214649"/>
            <a:ext cx="114562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agency</a:t>
            </a:r>
            <a:r>
              <a:rPr lang="en-TW" sz="1400" dirty="0">
                <a:solidFill>
                  <a:schemeClr val="bg1"/>
                </a:solidFill>
              </a:rPr>
              <a:t> base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690C7A0-943A-8617-850C-23E6301B080B}"/>
              </a:ext>
            </a:extLst>
          </p:cNvPr>
          <p:cNvSpPr txBox="1"/>
          <p:nvPr/>
        </p:nvSpPr>
        <p:spPr>
          <a:xfrm>
            <a:off x="4561488" y="4214649"/>
            <a:ext cx="10825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notify</a:t>
            </a:r>
            <a:r>
              <a:rPr lang="en-TW" sz="1400" dirty="0">
                <a:solidFill>
                  <a:schemeClr val="bg1"/>
                </a:solidFill>
              </a:rPr>
              <a:t> base</a:t>
            </a:r>
          </a:p>
        </p:txBody>
      </p:sp>
      <p:sp>
        <p:nvSpPr>
          <p:cNvPr id="28" name="Snip Single Corner Rectangle 27">
            <a:extLst>
              <a:ext uri="{FF2B5EF4-FFF2-40B4-BE49-F238E27FC236}">
                <a16:creationId xmlns:a16="http://schemas.microsoft.com/office/drawing/2014/main" id="{E17AFDA5-DAD9-F4DA-6816-2D35B6B1939F}"/>
              </a:ext>
            </a:extLst>
          </p:cNvPr>
          <p:cNvSpPr/>
          <p:nvPr/>
        </p:nvSpPr>
        <p:spPr>
          <a:xfrm>
            <a:off x="6243144" y="3970282"/>
            <a:ext cx="1103586" cy="830317"/>
          </a:xfrm>
          <a:prstGeom prst="snip1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A4D083E-DE7F-E05C-2B9F-8800DCB45356}"/>
              </a:ext>
            </a:extLst>
          </p:cNvPr>
          <p:cNvSpPr txBox="1"/>
          <p:nvPr/>
        </p:nvSpPr>
        <p:spPr>
          <a:xfrm>
            <a:off x="6264163" y="4106927"/>
            <a:ext cx="108256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L</a:t>
            </a:r>
            <a:r>
              <a:rPr lang="en-TW" sz="1400" dirty="0">
                <a:solidFill>
                  <a:schemeClr val="bg1"/>
                </a:solidFill>
              </a:rPr>
              <a:t>ogistics base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A4CDCD01-9F79-AD92-3767-BF24A4EE0413}"/>
              </a:ext>
            </a:extLst>
          </p:cNvPr>
          <p:cNvCxnSpPr>
            <a:cxnSpLocks/>
          </p:cNvCxnSpPr>
          <p:nvPr/>
        </p:nvCxnSpPr>
        <p:spPr>
          <a:xfrm>
            <a:off x="2816772" y="2112579"/>
            <a:ext cx="8240112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9283333A-C5BD-A763-62D6-F3E3155C4BE4}"/>
              </a:ext>
            </a:extLst>
          </p:cNvPr>
          <p:cNvSpPr txBox="1"/>
          <p:nvPr/>
        </p:nvSpPr>
        <p:spPr>
          <a:xfrm>
            <a:off x="9301659" y="987614"/>
            <a:ext cx="17552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TW" dirty="0">
                <a:solidFill>
                  <a:schemeClr val="tx1">
                    <a:lumMod val="65000"/>
                    <a:lumOff val="35000"/>
                  </a:schemeClr>
                </a:solidFill>
              </a:rPr>
              <a:t>Gateway</a:t>
            </a:r>
          </a:p>
          <a:p>
            <a:pPr algn="ctr"/>
            <a:r>
              <a:rPr lang="en-TW" dirty="0">
                <a:solidFill>
                  <a:schemeClr val="tx1">
                    <a:lumMod val="65000"/>
                    <a:lumOff val="35000"/>
                  </a:schemeClr>
                </a:solidFill>
              </a:rPr>
              <a:t>Layer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16A75D7-B064-2281-74D4-B22D47D6376F}"/>
              </a:ext>
            </a:extLst>
          </p:cNvPr>
          <p:cNvSpPr txBox="1"/>
          <p:nvPr/>
        </p:nvSpPr>
        <p:spPr>
          <a:xfrm>
            <a:off x="9301659" y="3247413"/>
            <a:ext cx="17552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TW" dirty="0">
                <a:solidFill>
                  <a:schemeClr val="tx1">
                    <a:lumMod val="65000"/>
                    <a:lumOff val="35000"/>
                  </a:schemeClr>
                </a:solidFill>
              </a:rPr>
              <a:t>Base </a:t>
            </a:r>
          </a:p>
          <a:p>
            <a:pPr algn="ctr"/>
            <a:r>
              <a:rPr lang="en-TW" dirty="0">
                <a:solidFill>
                  <a:schemeClr val="tx1">
                    <a:lumMod val="65000"/>
                    <a:lumOff val="35000"/>
                  </a:schemeClr>
                </a:solidFill>
              </a:rPr>
              <a:t>Module</a:t>
            </a: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28649A12-A0F3-7300-057D-3FB240701363}"/>
              </a:ext>
            </a:extLst>
          </p:cNvPr>
          <p:cNvCxnSpPr>
            <a:cxnSpLocks/>
          </p:cNvCxnSpPr>
          <p:nvPr/>
        </p:nvCxnSpPr>
        <p:spPr>
          <a:xfrm>
            <a:off x="2816772" y="5139558"/>
            <a:ext cx="8240112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Can 37">
            <a:extLst>
              <a:ext uri="{FF2B5EF4-FFF2-40B4-BE49-F238E27FC236}">
                <a16:creationId xmlns:a16="http://schemas.microsoft.com/office/drawing/2014/main" id="{E6B24A32-A8BC-B771-004B-18F54D559C77}"/>
              </a:ext>
            </a:extLst>
          </p:cNvPr>
          <p:cNvSpPr/>
          <p:nvPr/>
        </p:nvSpPr>
        <p:spPr>
          <a:xfrm>
            <a:off x="4414344" y="5499891"/>
            <a:ext cx="1124607" cy="713163"/>
          </a:xfrm>
          <a:prstGeom prst="can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11FCF7F-F181-26D5-645D-BBF602BFCF7D}"/>
              </a:ext>
            </a:extLst>
          </p:cNvPr>
          <p:cNvSpPr txBox="1"/>
          <p:nvPr/>
        </p:nvSpPr>
        <p:spPr>
          <a:xfrm>
            <a:off x="4414345" y="5756247"/>
            <a:ext cx="114562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err="1">
                <a:solidFill>
                  <a:schemeClr val="bg1"/>
                </a:solidFill>
              </a:rPr>
              <a:t>mysql</a:t>
            </a:r>
            <a:endParaRPr lang="en-TW" sz="1400" dirty="0">
              <a:solidFill>
                <a:schemeClr val="bg1"/>
              </a:solidFill>
            </a:endParaRPr>
          </a:p>
        </p:txBody>
      </p:sp>
      <p:sp>
        <p:nvSpPr>
          <p:cNvPr id="42" name="Multidocument 41">
            <a:extLst>
              <a:ext uri="{FF2B5EF4-FFF2-40B4-BE49-F238E27FC236}">
                <a16:creationId xmlns:a16="http://schemas.microsoft.com/office/drawing/2014/main" id="{1F44D3E0-7D9A-F55A-95AE-962C9442EFAF}"/>
              </a:ext>
            </a:extLst>
          </p:cNvPr>
          <p:cNvSpPr/>
          <p:nvPr/>
        </p:nvSpPr>
        <p:spPr>
          <a:xfrm>
            <a:off x="6873768" y="5485405"/>
            <a:ext cx="1008993" cy="721952"/>
          </a:xfrm>
          <a:prstGeom prst="flowChartMultidocumen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91BA314-873F-B3A9-3D42-C0A19FD771BE}"/>
              </a:ext>
            </a:extLst>
          </p:cNvPr>
          <p:cNvSpPr txBox="1"/>
          <p:nvPr/>
        </p:nvSpPr>
        <p:spPr>
          <a:xfrm>
            <a:off x="6800193" y="5756247"/>
            <a:ext cx="114562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err="1">
                <a:solidFill>
                  <a:schemeClr val="bg1"/>
                </a:solidFill>
              </a:rPr>
              <a:t>redis</a:t>
            </a:r>
            <a:endParaRPr lang="en-TW" sz="1400" dirty="0">
              <a:solidFill>
                <a:schemeClr val="bg1"/>
              </a:solidFill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E5DE5AA-5C04-4C0C-EBCA-BF12F2F644CF}"/>
              </a:ext>
            </a:extLst>
          </p:cNvPr>
          <p:cNvSpPr txBox="1"/>
          <p:nvPr/>
        </p:nvSpPr>
        <p:spPr>
          <a:xfrm>
            <a:off x="9301658" y="5602125"/>
            <a:ext cx="17552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TW" dirty="0">
                <a:solidFill>
                  <a:schemeClr val="tx1">
                    <a:lumMod val="65000"/>
                    <a:lumOff val="35000"/>
                  </a:schemeClr>
                </a:solidFill>
              </a:rPr>
              <a:t>Infrastructure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38D89C46-214F-4C76-2088-A9126D2C2FA9}"/>
              </a:ext>
            </a:extLst>
          </p:cNvPr>
          <p:cNvCxnSpPr>
            <a:cxnSpLocks/>
          </p:cNvCxnSpPr>
          <p:nvPr/>
        </p:nvCxnSpPr>
        <p:spPr>
          <a:xfrm>
            <a:off x="2490953" y="896796"/>
            <a:ext cx="0" cy="5202525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Cube 47">
            <a:extLst>
              <a:ext uri="{FF2B5EF4-FFF2-40B4-BE49-F238E27FC236}">
                <a16:creationId xmlns:a16="http://schemas.microsoft.com/office/drawing/2014/main" id="{EE8E79F6-0C94-02C4-0F0C-150C2A431D9E}"/>
              </a:ext>
            </a:extLst>
          </p:cNvPr>
          <p:cNvSpPr/>
          <p:nvPr/>
        </p:nvSpPr>
        <p:spPr>
          <a:xfrm>
            <a:off x="1110156" y="1817823"/>
            <a:ext cx="885494" cy="833326"/>
          </a:xfrm>
          <a:prstGeom prst="cube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C1763A4-B994-6885-C5A1-254AECB88155}"/>
              </a:ext>
            </a:extLst>
          </p:cNvPr>
          <p:cNvSpPr txBox="1"/>
          <p:nvPr/>
        </p:nvSpPr>
        <p:spPr>
          <a:xfrm>
            <a:off x="1052349" y="2165518"/>
            <a:ext cx="91055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TW" sz="1400" dirty="0">
                <a:solidFill>
                  <a:schemeClr val="bg1"/>
                </a:solidFill>
              </a:rPr>
              <a:t>nacos</a:t>
            </a:r>
          </a:p>
        </p:txBody>
      </p:sp>
      <p:sp>
        <p:nvSpPr>
          <p:cNvPr id="50" name="Cube 49">
            <a:extLst>
              <a:ext uri="{FF2B5EF4-FFF2-40B4-BE49-F238E27FC236}">
                <a16:creationId xmlns:a16="http://schemas.microsoft.com/office/drawing/2014/main" id="{8749D2E2-DA60-38D1-A906-3EA023EBE075}"/>
              </a:ext>
            </a:extLst>
          </p:cNvPr>
          <p:cNvSpPr/>
          <p:nvPr/>
        </p:nvSpPr>
        <p:spPr>
          <a:xfrm>
            <a:off x="1110156" y="2989023"/>
            <a:ext cx="885494" cy="833326"/>
          </a:xfrm>
          <a:prstGeom prst="cube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4949647-441E-35AA-AC81-A478F260410B}"/>
              </a:ext>
            </a:extLst>
          </p:cNvPr>
          <p:cNvSpPr txBox="1"/>
          <p:nvPr/>
        </p:nvSpPr>
        <p:spPr>
          <a:xfrm>
            <a:off x="1052349" y="3336718"/>
            <a:ext cx="91055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TW" sz="1400" dirty="0">
                <a:solidFill>
                  <a:schemeClr val="bg1"/>
                </a:solidFill>
              </a:rPr>
              <a:t>seata</a:t>
            </a:r>
          </a:p>
        </p:txBody>
      </p:sp>
      <p:sp>
        <p:nvSpPr>
          <p:cNvPr id="52" name="Cube 51">
            <a:extLst>
              <a:ext uri="{FF2B5EF4-FFF2-40B4-BE49-F238E27FC236}">
                <a16:creationId xmlns:a16="http://schemas.microsoft.com/office/drawing/2014/main" id="{1E903C9E-42CC-76B6-5B64-3CA9C2CBF424}"/>
              </a:ext>
            </a:extLst>
          </p:cNvPr>
          <p:cNvSpPr/>
          <p:nvPr/>
        </p:nvSpPr>
        <p:spPr>
          <a:xfrm>
            <a:off x="1110156" y="4160223"/>
            <a:ext cx="885494" cy="833326"/>
          </a:xfrm>
          <a:prstGeom prst="cube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4690F53-296D-E053-9E99-7E1042D94702}"/>
              </a:ext>
            </a:extLst>
          </p:cNvPr>
          <p:cNvSpPr txBox="1"/>
          <p:nvPr/>
        </p:nvSpPr>
        <p:spPr>
          <a:xfrm>
            <a:off x="1052349" y="4507918"/>
            <a:ext cx="91055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TW" sz="1400" dirty="0">
                <a:solidFill>
                  <a:schemeClr val="bg1"/>
                </a:solidFill>
              </a:rPr>
              <a:t>xxl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780F198-0C7A-FE5A-F34D-50379F45EE77}"/>
              </a:ext>
            </a:extLst>
          </p:cNvPr>
          <p:cNvSpPr txBox="1"/>
          <p:nvPr/>
        </p:nvSpPr>
        <p:spPr>
          <a:xfrm>
            <a:off x="683175" y="896796"/>
            <a:ext cx="17552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P</a:t>
            </a:r>
            <a:r>
              <a:rPr lang="en-TW" dirty="0">
                <a:solidFill>
                  <a:schemeClr val="tx1">
                    <a:lumMod val="65000"/>
                    <a:lumOff val="35000"/>
                  </a:schemeClr>
                </a:solidFill>
              </a:rPr>
              <a:t>latform</a:t>
            </a:r>
          </a:p>
          <a:p>
            <a:pPr algn="ctr"/>
            <a:r>
              <a:rPr lang="en-TW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Service</a:t>
            </a:r>
          </a:p>
        </p:txBody>
      </p:sp>
      <p:sp>
        <p:nvSpPr>
          <p:cNvPr id="3" name="Cube 2">
            <a:extLst>
              <a:ext uri="{FF2B5EF4-FFF2-40B4-BE49-F238E27FC236}">
                <a16:creationId xmlns:a16="http://schemas.microsoft.com/office/drawing/2014/main" id="{70CF97DA-5C28-A542-99FA-58668F6657F4}"/>
              </a:ext>
            </a:extLst>
          </p:cNvPr>
          <p:cNvSpPr/>
          <p:nvPr/>
        </p:nvSpPr>
        <p:spPr>
          <a:xfrm>
            <a:off x="1110156" y="5339584"/>
            <a:ext cx="885494" cy="833326"/>
          </a:xfrm>
          <a:prstGeom prst="cube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9827D5C-FE8D-E4F8-02A9-1D4214E6CFD6}"/>
              </a:ext>
            </a:extLst>
          </p:cNvPr>
          <p:cNvSpPr txBox="1"/>
          <p:nvPr/>
        </p:nvSpPr>
        <p:spPr>
          <a:xfrm>
            <a:off x="1052349" y="5687279"/>
            <a:ext cx="91055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TW" sz="1400" dirty="0">
                <a:solidFill>
                  <a:schemeClr val="bg1"/>
                </a:solidFill>
              </a:rPr>
              <a:t>liquibase</a:t>
            </a:r>
          </a:p>
        </p:txBody>
      </p:sp>
    </p:spTree>
    <p:extLst>
      <p:ext uri="{BB962C8B-B14F-4D97-AF65-F5344CB8AC3E}">
        <p14:creationId xmlns:p14="http://schemas.microsoft.com/office/powerpoint/2010/main" val="20283804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245</TotalTime>
  <Words>66</Words>
  <Application>Microsoft Macintosh PowerPoint</Application>
  <PresentationFormat>Widescreen</PresentationFormat>
  <Paragraphs>30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Aptos</vt:lpstr>
      <vt:lpstr>Aptos Display</vt:lpstr>
      <vt:lpstr>Arial</vt:lpstr>
      <vt:lpstr>Century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O365</dc:creator>
  <cp:lastModifiedBy>O365</cp:lastModifiedBy>
  <cp:revision>8</cp:revision>
  <dcterms:created xsi:type="dcterms:W3CDTF">2026-02-23T02:57:40Z</dcterms:created>
  <dcterms:modified xsi:type="dcterms:W3CDTF">2026-03-10T08:34:31Z</dcterms:modified>
</cp:coreProperties>
</file>